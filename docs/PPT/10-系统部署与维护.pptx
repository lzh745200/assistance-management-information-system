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系统部署与维护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  <a:latin typeface="Microsoft YaHei"/>
              </a:defRPr>
            </a:pPr>
            <a:r>
              <a:t>三步上手 · 轻松运维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军队乡村振兴管理系统 v1.2.0 · 操作培训资料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D4AF37"/>
                </a:solidFill>
                <a:latin typeface="Microsoft YaHei"/>
              </a:defRPr>
            </a:pPr>
            <a: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4AF37"/>
                </a:solidFill>
                <a:latin typeface="Microsoft YaHei"/>
              </a:defRPr>
            </a:pPr>
            <a:r>
              <a:t>010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4332"/>
                </a:solidFill>
                <a:latin typeface="Microsoft YaHei"/>
              </a:defRPr>
            </a:pPr>
            <a:r>
              <a:t>系统部署与维护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支持哪些平台？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Windows 10/11（x64）：最常见的办公电脑环境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麒麟 V10（x64）：国产操作系统标准版本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麒麟 V10（ARM64）：飞腾/鲲鹏芯片的国产电脑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全部是单机离线部署，不依赖外网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就像同一款软件同时出了 Windows 版、Mac 版和国产手机版。无论您用哪种电脑，都有一键安装包可以直接运行。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三步完成安装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Step 1：下载安装包（Windows 是 .exe，麒麟是 .deb）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Step 2：双击安装，选择安装目录，点击'下一步'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Step 3：安装完成后点击桌面图标，即可启动系统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安装过程和安装微信、WPS 等日常软件完全一样：双击安装程序、点几次下一步、等待进度条跑完。没有任何技术门槛，普通文员也能独立完成。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日常维护做什么？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332"/>
                </a:solidFill>
                <a:latin typeface="Microsoft YaHei"/>
              </a:defRPr>
            </a:pPr>
            <a:r>
              <a:t>数据安全类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定期备份数据库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备份文件异地保存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清理过期日志文件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332"/>
                </a:solidFill>
                <a:latin typeface="Microsoft YaHei"/>
              </a:defRPr>
            </a:pPr>
            <a:r>
              <a:t>系统优化类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定期检查和升级版本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监控系统运行状态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1A1A1A"/>
                </a:solidFill>
                <a:latin typeface="Microsoft YaHei"/>
              </a:defRPr>
            </a:pPr>
            <a:r>
              <a:t>●  及时清理临时文件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常见问题和解决办法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启动卡慢？检查磁盘空间是否充足，清理旧日志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忘记密码？联系系统管理员重置密码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数据丢失？通过备份文件恢复数据库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界面显示异常？尝试清除浏览器缓存后重试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就像汽车需要定期保养（换机油、检查轮胎），系统也需要定期做简单维护。但这些工作都很简单，不需要专业技术人员，按手册操作即可。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记住这3点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有安装包：Windows / 麒麟 一键安装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有备份机制：数据可手动+自动双重备份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有恢复方案：出问题可按手册快速恢复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