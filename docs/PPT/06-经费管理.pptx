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经费管理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精打细算 · 阳光透明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经费管理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经费管理为什么重要？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资金是帮扶工作的'血液'，必须管好每一分钱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系统实现预算、拨付、使用、决算全生命周期管理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每笔资金都与项目和村庄绑定，杜绝虚列支出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异常自动预警：超预算、拨付滞后、执行率过低都会提醒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就像家里的理财APP：您设定了每月伙食费2000元（预算），每次买菜支出都记账（拨付），月底系统自动告诉您花超了还是剩了（决算），还能发现哪笔支出异常（预警）。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经费全生命周期管理（6 大阶段）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申请阶段：在线提交经费申请，关联项目和村庄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审批阶段：多级审批（通过/驳回/转审），附带审批意见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拨付阶段：生成划转凭证，确认资金到账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使用阶段：合同管理、支付记录、WBS 编码关联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完成阶段：决算报告、资产清查、绩效评分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审计阶段：审计意见、绩效等级（优秀/良好/合格/不合格）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想象一笔经费是一块蛋糕：先确定蛋糕做多大（预算），然后切一块给家人（拨付），每次有人吃了蛋糕都要登记（支出），最后看蛋糕够不够分（决算）。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异常预警机制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预算执行率偏差：实际支出和计划差距超过设定阈值时预警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拨付进度滞后：项目已过半但资金未拨付，亮黄灯提醒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重复支付风险：同一笔款项多次申请时自动拦截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合同付款异常：合同约定分三期，若第二期超期未付则预警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这就像您手机银行的短信提醒：大额支出会收到短信，余额不足会收到提示。系统的预警功能就是帮您当好'财务管家'，让风险早发现、早处理。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管好经费的4个关键词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预算先行：没有预算不花钱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据实支出：每笔花销有凭据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审批留痕：线上审批可追溯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预警及时：异常早发现早处理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