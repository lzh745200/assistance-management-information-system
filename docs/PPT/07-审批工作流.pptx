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926080"/>
            <a:ext cx="18288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审批工作流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D4AF37"/>
                </a:solidFill>
                <a:latin typeface="Microsoft YaHei"/>
              </a:defRPr>
            </a:pPr>
            <a:r>
              <a:t>线上流转 · 高效透明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军队乡村振兴管理系统 v1.2.0 · 操作培训资料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5943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600">
                <a:solidFill>
                  <a:srgbClr val="D4AF37"/>
                </a:solidFill>
                <a:latin typeface="Microsoft YaHei"/>
              </a:defRPr>
            </a:pPr>
            <a:r>
              <a:t>2026.04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2860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D4AF37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4332"/>
                </a:solidFill>
                <a:latin typeface="Microsoft YaHei"/>
              </a:defRPr>
            </a:pPr>
            <a:r>
              <a:t>审批工作流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什么是审批工作流？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把原来'拿着文件找领导签字'的流程搬到了线上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申请人提交 → 审批人收到待办 → 点击通过/驳回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全程留痕：谁审批的、什么时间、什么意见都自动记录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审批结果实时通知申请人，不用反复打电话询问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4114800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4332"/>
                </a:solidFill>
                <a:latin typeface="Microsoft YaHei"/>
              </a:defRPr>
            </a:pPr>
            <a:r>
              <a:t>💡 生活化理解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666666"/>
                </a:solidFill>
                <a:latin typeface="Microsoft YaHei"/>
              </a:defRPr>
            </a:pPr>
            <a:r>
              <a:t>就像您在网上申请信用卡：填表提交后，银行后台审核，然后App里直接显示'已通过'或'已驳回'。审批工作流就是让单位的内部审批也能像银行那样高效透明。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常见的审批场景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经费申请审批：用款人申请 → 分管领导审批 → 财务复核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项目立项审批：项目负责人提交 → 机关审批 → 领导签批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用户注册审批：新用户注册后，管理员审核激活账号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数据变更审批：重要数据修改需经审批后才生效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4114800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4332"/>
                </a:solidFill>
                <a:latin typeface="Microsoft YaHei"/>
              </a:defRPr>
            </a:pPr>
            <a:r>
              <a:t>💡 生活化理解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666666"/>
                </a:solidFill>
                <a:latin typeface="Microsoft YaHei"/>
              </a:defRPr>
            </a:pPr>
            <a:r>
              <a:t>企事业单位常见的请假条、报销单、用印申请，本质都是'先申请再审批'的流程。系统把这些流程标准化，申请人不用跑腿，审批人不会漏审。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审批中心怎么用？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我的申请：查看自己提交的所有申请及当前状态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待办审批：显示所有需要我审批的事项，一目了然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审批历史：查看已审批事项的完整记录和审批意见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流程追踪：像查快递一样，实时看审批进行到哪一步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4114800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4332"/>
                </a:solidFill>
                <a:latin typeface="Microsoft YaHei"/>
              </a:defRPr>
            </a:pPr>
            <a:r>
              <a:t>💡 生活化理解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666666"/>
                </a:solidFill>
                <a:latin typeface="Microsoft YaHei"/>
              </a:defRPr>
            </a:pPr>
            <a:r>
              <a:t>和网购平台的'我的订单'非常像：待付款（待提交）、待发货（待审批）、已发货（已通过）、已退款（已驳回）。每个状态都很清晰，点击还能看物流（流程详情）。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使用审批流的好处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8534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2600">
                <a:solidFill>
                  <a:srgbClr val="FFFFFF"/>
                </a:solidFill>
                <a:latin typeface="Microsoft YaHei"/>
              </a:defRPr>
            </a:pPr>
            <a:r>
              <a:t>✓ 省时：不用拿着文件到处找人</a:t>
            </a:r>
          </a:p>
          <a:p>
            <a:pPr algn="ctr">
              <a:spcAft>
                <a:spcPts val="2000"/>
              </a:spcAft>
              <a:defRPr sz="2600">
                <a:solidFill>
                  <a:srgbClr val="FFFFFF"/>
                </a:solidFill>
                <a:latin typeface="Microsoft YaHei"/>
              </a:defRPr>
            </a:pPr>
            <a:r>
              <a:t>✓ 留痕：全程记录，责任清晰</a:t>
            </a:r>
          </a:p>
          <a:p>
            <a:pPr algn="ctr">
              <a:spcAft>
                <a:spcPts val="2000"/>
              </a:spcAft>
              <a:defRPr sz="2600">
                <a:solidFill>
                  <a:srgbClr val="FFFFFF"/>
                </a:solidFill>
                <a:latin typeface="Microsoft YaHei"/>
              </a:defRPr>
            </a:pPr>
            <a:r>
              <a:t>✓ 透明：申请人随时可查进度</a:t>
            </a:r>
          </a:p>
          <a:p>
            <a:pPr algn="ctr">
              <a:spcAft>
                <a:spcPts val="2000"/>
              </a:spcAft>
              <a:defRPr sz="2600">
                <a:solidFill>
                  <a:srgbClr val="FFFFFF"/>
                </a:solidFill>
                <a:latin typeface="Microsoft YaHei"/>
              </a:defRPr>
            </a:pPr>
            <a:r>
              <a:t>✓ 规范：审批标准统一，不走人情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