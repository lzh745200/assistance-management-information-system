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帮扶村管理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建档立卡 · 精准帮扶 · 动态跟踪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帮扶村管理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帮扶村管理管什么？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基础档案：村名、地址、人口、耕地面积、联系方式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年度数据：人均收入、产业收入、基础设施变化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帮扶记录：历年投入的项目、资金、人员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变更历史：村干部变动、脱贫摘帽等重要节点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就像给每个帮扶村建立了一份'病历档案'，从第一次挂牌帮扶开始，所有的检查结果（年度数据）、开的药方（项目）、花的医药费（资金）都清清楚楚记录在案。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关键操作流程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新增村庄：填写基本信息 → 上传照片 → 保存建档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录入年度数据：选择年份 → 填写经济指标 → 提交审核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查看详情：点击村名 → 查看历年数据和关联项目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编辑更新：发现信息有误 → 点击编辑 → 修改保存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和在微信里添加一位新联系人非常像：输入姓名电话（基础信息），备注分组（所属地区），然后每年更新一下对方的近况（年度数据），保持档案不过期。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年度数据有哪些指标？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经济指标：人均纯收入、集体经济收入、产业收入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人口指标：总人口、劳动力人数、脱贫人口数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基础设施：道路硬化里程、饮水安全户数、网络覆盖率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教育医疗：适龄儿童入学率、村卫生室覆盖率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这些指标就像体检单上的血压、血糖、心率。通过每年对比，可以清楚看出这个村的'健康状况'是在好转还是退步，帮扶效果是否明显。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管理要点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一户一档：每个村都有独立完整的电子档案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逐年对比：历史数据自动形成趋势线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关联穿透：从村庄可直接进入项目和资金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