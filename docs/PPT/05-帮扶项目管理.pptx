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帮扶项目管理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全程跟踪 · 闭环管理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帮扶项目管理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项目管理管什么？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项目立项：名称、预算、负责人、计划起止时间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进度跟踪：定期更新完成百分比、当前阶段、存在问题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资金管理：项目关联经费的申请、拨付、使用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验收评估：项目完成后上传验收材料、打分评价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想象您要装修一套房子：先要立项（确定预算和工期），施工中每周汇报进度（刷墙完成了60%），最后验收签字（确认质量合格）。项目管理就是这样一套流程。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项目生命周期（5个阶段）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1. 论证立项：提出申请，阐明项目必要性和预期效果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2. 汇总审核：上级审批预算，确认项目可行性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3. 计划下达：批准预算，资金拨付到位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4. 组织实施：进场施工，定期汇报进度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5. 核查决算：完工验收，审计决算，总结归档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就像种一棵树：先选树苗（立项），再挖坑施肥（拨款），然后栽树浇水（施工），最后检查成活情况（验收）。每个环节都不能跳过，否则树可能长不好。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项目进度怎么看？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电脑端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列表视图：所有项目一览表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详情页：单个项目的完整记录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甘特图：时间计划和实际对比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移动端（如有）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拍照上传：现场施工照片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快速填报：简版进度更新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消息推送：待办审批提醒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管好项目的秘诀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有计划：立项时明确目标和预算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有跟踪：每周更新进度不拖延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有闭环：完工必验收，花钱必对账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