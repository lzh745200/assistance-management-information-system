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权限与安全管理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  <a:latin typeface="Microsoft YaHei"/>
              </a:defRPr>
            </a:pPr>
            <a:r>
              <a:t>分级管控 · 安全无忧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军队乡村振兴管理系统 v1.2.0 · 操作培训资料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D4AF37"/>
                </a:solidFill>
                <a:latin typeface="Microsoft YaHei"/>
              </a:defRPr>
            </a:pPr>
            <a: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4AF37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4332"/>
                </a:solidFill>
                <a:latin typeface="Microsoft YaHei"/>
              </a:defRPr>
            </a:pPr>
            <a:r>
              <a:t>权限与安全管理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权限管理的核心逻辑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角色决定权限：管理员、普通用户、只读用户权限不同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数据范围控制：有人看全部，有人只看自己村的数据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菜单级控制：不同角色看到的系统菜单不一样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按钮级控制：同一页面，有人能编辑，有人只能查看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就像公司大楼的门禁卡：总经理的卡能开所有门（管理员），部门经理能开自己部门的门（数据范围），实习生只能进公共区（只读权限）。每个人都只能在自己权限范围内活动。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系统有哪些角色？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超级管理员（super_admin）：拥有最高权限，可管理用户、配置系统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管理员（admin）：用户管理、模块管理、数据导出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管理者（manager）：本组织及下级业务模块 CRUD、审批、报表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审批领导（approval_leader）：本组织审批操作、查看、导出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查看者（viewer）：仅自己创建的数据，只读查看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这和医院的医护分工类似：院长管全院（管理员），科主任管科室（业务管理员），护士负责具体病人记录（操作员），病人家属只能看公示栏（查看者）。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安全保障措施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单机离线：系统不联网，从根本上杜绝网络攻击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密码加密：用户密码采用 bcrypt 加密（10 轮），即使数据库泄露也无法破解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JWT 令牌：登录后发放安全令牌（8h 有效），支持 Token 黑名单和双因素认证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四级数据权限：all（全部）/ org_children（本组织及下级）/ org（本组织）/ self（仅自己）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操作审计：全操作审计日志 + 安全事件告警 + API 访问日志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机器码绑定：可绑定特定电脑，防止软件随意复制使用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保险箱为什么安全？因为它有厚厚的钢板（离线）、复杂的密码锁（加密）、开锁记录（审计）。系统的安全措施就像多套保险箱的组合，层层保护您的数据。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安全理念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最小权限：只给工作必需的权限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全程留痕：关键操作都有记录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本地优先：数据不出本地电脑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