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8288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离线地图与数据管理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  <a:latin typeface="Microsoft YaHei"/>
              </a:defRPr>
            </a:pPr>
            <a:r>
              <a:t>一图纵览 · 数据随行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军队乡村振兴管理系统 v1.2.0 · 操作培训资料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D4AF37"/>
                </a:solidFill>
                <a:latin typeface="Microsoft YaHei"/>
              </a:defRPr>
            </a:pPr>
            <a: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D4AF37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4332"/>
                </a:solidFill>
                <a:latin typeface="Microsoft YaHei"/>
              </a:defRPr>
            </a:pPr>
            <a:r>
              <a:t>离线地图与数据管理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离线地图有什么作用？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不需要网络就能查看地图和帮扶点位分布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在地图上标注帮扶村、学校、项目的位置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支持地图搜索、距离测算、区域覆盖分析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可预先下载瓦片到本地，打开就能流畅浏览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就像手机里下载好的离线导航地图。即使到了没有信号的山区，也能打开地图看自己在哪、附近有哪些帮扶点。不用担心网络问题影响工作。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数据导入导出功能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批量导入：村、校、项目等数据可通过 Excel 批量导入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数据导出：一键导出报表为 Excel / Word / PDF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加密数据包：敏感数据可加密打包，安全转移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数据备份：支持手动备份和自动定时备份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就像手机的'通讯录备份'功能：可以把联系人导出到电脑上保存（数据导出），也可以把电脑上的联系人列表批量导入手机（数据导入），还能加密压缩后传给同事。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完整性检查：必填项缺失时自动标红提醒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一致性校验：同一数据在不同模块中是否一致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重复检测：导入时自动识别重复记录</a:t>
            </a:r>
          </a:p>
          <a:p>
            <a:pPr>
              <a:lnSpc>
                <a:spcPct val="130000"/>
              </a:lnSpc>
              <a:spcAft>
                <a:spcPts val="1200"/>
              </a:spcAft>
              <a:defRPr sz="2200">
                <a:solidFill>
                  <a:srgbClr val="1A1A1A"/>
                </a:solidFill>
                <a:latin typeface="Microsoft YaHei"/>
              </a:defRPr>
            </a:pPr>
            <a:r>
              <a:t>●  历史版本：重要数据变更保留历史版本，可随时回退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114800" cy="50292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544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4332"/>
                </a:solidFill>
                <a:latin typeface="Microsoft YaHei"/>
              </a:defRPr>
            </a:pPr>
            <a:r>
              <a:t>💡 生活化理解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7490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就像考试阅卷时的检查：看名字写了没有（完整性）、选择题涂卡是否和答案一致（一致性）、有没有两份同名试卷（重复检测）。系统会自动帮您做这些检查。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核心价值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无网可用：离线地图保障山区工作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数据互通：导入导出让协作更便捷</a:t>
            </a:r>
          </a:p>
          <a:p>
            <a:pPr algn="ctr">
              <a:spcAft>
                <a:spcPts val="2000"/>
              </a:spcAft>
              <a:defRPr sz="2600">
                <a:solidFill>
                  <a:srgbClr val="FFFFFF"/>
                </a:solidFill>
                <a:latin typeface="Microsoft YaHei"/>
              </a:defRPr>
            </a:pPr>
            <a:r>
              <a:t>✓ 质量可控：自动检查减少人为错误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